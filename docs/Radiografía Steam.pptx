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573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2A475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612648"/>
            <a:ext cx="466344" cy="4663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Radiografía de Steam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publicación y recepción de videojuegos (2014 a 2024)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problema.  </a:t>
            </a:r>
            <a:r>
              <a:rPr lang="en-US" sz="13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es la principal plataforma de videojuegos para PC. El volumen de lanzamientos creció hasta saturar el mercado: la mayoría de los títulos recibe poca visibilidad y muy pocas reseñas.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86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importa.  </a:t>
            </a:r>
            <a:r>
              <a:rPr lang="en-US" sz="13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características se asocian a una mejor recepción apoya decisiones de precio, localización y diseño. Además, es un fenómeno con datos públicos ricos en variables numéricas, categóricas y temporales, ideal para visualizar.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35240" y="26060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2A475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140.000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en el catálogo analizable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39776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2A475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63840" y="4114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+ 10.000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lanzamientos nuevos por año (periodo reciente)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Maximiliano Bono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y alcance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3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C6EA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81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principal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755648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 las características de un juego en Steam (género, precio, idiomas, soporte multiplataforma y funcionalidades comunitarias) con su recepción y el compromiso de los jugadores, en los títulos publicados entre 2014 y 2024?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3483864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35844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85876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compromiso de los jugadores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35844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81144" y="385876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56448" y="2926080"/>
            <a:ext cx="3483864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31546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85048" y="35844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contexto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385048" y="385876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Steam, con umbral mínimo de reseñas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286000" y="4434840"/>
            <a:ext cx="3483864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6634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514600" y="50932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2514600" y="536752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publicados entre 2014 y 2024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643116" y="4430268"/>
            <a:ext cx="3483864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716" y="465886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71716" y="50886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871716" y="536295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reales, texto de reseñas, geografía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8385048" y="461772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385048" y="49377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 + medible + visualizable + abordable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X, Y y 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3794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disponible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y precio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soportados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Windows / Mac / Linux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Comunidad: multijugador, Workshop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y fecha de lanzamiento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777240" cy="7772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3794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o fenómeno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reseñas positivas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juego mediano (compromiso)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reseñas (popularidad)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83080"/>
            <a:ext cx="777240" cy="7772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83794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temporal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publicados entre 2014 y 2024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 el periodo de análisis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por año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componentes forman la pregunta: cómo se asocian las características del juego (X) con su recepción (Y) dentro del periodo definido (T).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narrativa inicial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y cobertura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62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8288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 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Games Dataset (Fronkon Games), API de Steam + SteamSpy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2514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Registros:  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140.000 juegos, un juego por fila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2783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32004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 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Steam; foco en 2014 a 2024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2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38862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</a:t>
            </a: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variables: 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reviews,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599432"/>
            <a:ext cx="365760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51560" y="45720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</a:t>
            </a:r>
            <a:r>
              <a:rPr lang="en-US" sz="1250" b="1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r>
              <a:rPr lang="en-US" sz="12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individual,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548640" y="5257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EAF3FA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731520" y="5349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historia podemos explorar? </a:t>
            </a: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las decisiones de publicación de un juego se relacionan con la respuesta de los jugadores.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6126480" y="141732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estructura de una fila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31367"/>
              </p:ext>
            </p:extLst>
          </p:nvPr>
        </p:nvGraphicFramePr>
        <p:xfrm>
          <a:off x="6126480" y="1783080"/>
          <a:ext cx="5513832" cy="26883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2018-01-25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(USD)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19.99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Action, Indie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supported_languages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idiomas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4200 / 180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median_playtime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6E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320 min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1"/>
          <p:cNvSpPr txBox="1"/>
          <p:nvPr/>
        </p:nvSpPr>
        <p:spPr>
          <a:xfrm>
            <a:off x="6126480" y="4617720"/>
            <a:ext cx="551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Pregunta, datos y potencial visual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la pregunta y los datos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género, precio, idiomas, sistema operativo, reviews, DLC,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077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80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Fenómeno: proporción de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positivas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negativas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tiempo de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volumen de </a:t>
            </a:r>
            <a:r>
              <a:rPr lang="en-US" sz="1250" dirty="0" err="1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1C6EA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136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aparece: fecha de lanzamiento, acotada a 2014 a 2024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41732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 visualización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92808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629400" y="187452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Lanzamientos por año (tendencia temporal)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48716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29400" y="24688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por género (comparación de grupos)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0815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29400" y="306324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frente a recepción (relación numérica)</a:t>
            </a:r>
            <a:endParaRPr lang="en-US" sz="12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6758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629400" y="365760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(multijugador o Workshop) frente al compromiso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126480" y="434340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172200" y="4709160"/>
            <a:ext cx="5422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acumuladas favorecen a los juegos más antiguos.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un umbral mínimo de reseñas para robustez.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2A475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612648"/>
            <a:ext cx="466344" cy="4663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y organización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2A475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proyecto-visualizacion/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data/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raw/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'-- processed/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notebooks/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'-- 01_exploracion.ipynb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src/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figures/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app/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docs/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README.md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C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'-- .gitignore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179576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inicial incluye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550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20840" y="16367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e integrantes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1226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20840" y="20939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motivación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6946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720840" y="25511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inicial y alcance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26664"/>
            <a:ext cx="292608" cy="2926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720840" y="30083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y descripción de los datos</a:t>
            </a:r>
            <a:endParaRPr lang="en-US" sz="13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483864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720840" y="34655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repositorio</a:t>
            </a:r>
            <a:endParaRPr lang="en-US" sz="1350" dirty="0"/>
          </a:p>
        </p:txBody>
      </p:sp>
      <p:sp>
        <p:nvSpPr>
          <p:cNvPr id="21" name="Text 13"/>
          <p:cNvSpPr txBox="1"/>
          <p:nvPr/>
        </p:nvSpPr>
        <p:spPr>
          <a:xfrm>
            <a:off x="6400800" y="4579651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7E1E6D-BDAE-1108-067C-E4EF950C3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62" y="3959352"/>
            <a:ext cx="5922179" cy="28038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641</Words>
  <Application>Microsoft Office PowerPoint</Application>
  <PresentationFormat>Widescreen</PresentationFormat>
  <Paragraphs>109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 Bono</cp:lastModifiedBy>
  <cp:revision>4</cp:revision>
  <dcterms:created xsi:type="dcterms:W3CDTF">2026-09-01T09:40:56Z</dcterms:created>
  <dcterms:modified xsi:type="dcterms:W3CDTF">2026-09-01T10:37:16Z</dcterms:modified>
</cp:coreProperties>
</file>